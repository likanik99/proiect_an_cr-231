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r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71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22976" y="611650"/>
            <a:ext cx="614476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53766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Obiectivele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aplicației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/>
              <a:buChar char="•"/>
            </a:pP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Asigurarea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unui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sistem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sigur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de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autentificare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pe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bază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de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roluri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;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/>
              <a:buChar char="•"/>
            </a:pP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Gestionarea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notelor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absențelor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orarului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și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temelor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;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/>
              <a:buChar char="•"/>
            </a:pP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Facilitarea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comunicării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prin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chat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și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notificări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;</a:t>
            </a:r>
            <a:endParaRPr lang="en-US" sz="2400">
              <a:latin typeface="Times New Roman" panose="02020603050405020304" charset="0"/>
              <a:ea typeface="+mj-lt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/>
              <a:buChar char="•"/>
            </a:pP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Oferirea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accesului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rapid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și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transparent la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informații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școlare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;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/>
              <a:buChar char="•"/>
            </a:pP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Crearea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unui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sistem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ușor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de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utilizat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sigur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și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  <a:ea typeface="+mj-lt"/>
                <a:cs typeface="Times New Roman" panose="02020603050405020304" charset="0"/>
              </a:rPr>
              <a:t>extensibil</a:t>
            </a:r>
            <a:r>
              <a:rPr lang="en-US" sz="2400" b="0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2976" y="1042416"/>
            <a:ext cx="6144768" cy="53126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err="1">
                <a:latin typeface="Times New Roman" panose="02020603050405020304" charset="0"/>
                <a:cs typeface="Times New Roman" panose="02020603050405020304" charset="0"/>
              </a:rPr>
              <a:t>Scopul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cs typeface="Times New Roman" panose="02020603050405020304" charset="0"/>
              </a:rPr>
              <a:t>aplicației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de a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digitaliza</a:t>
            </a:r>
            <a:r>
              <a:rPr lang="en-US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simplifica</a:t>
            </a:r>
            <a:r>
              <a:rPr lang="en-US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gestionarea</a:t>
            </a:r>
            <a:r>
              <a:rPr lang="en-US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procesului</a:t>
            </a:r>
            <a:r>
              <a:rPr lang="en-US" b="1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b="1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educațional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școli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prin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oferirea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unei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platforme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moderne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care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să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faciliteze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comunicarea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dintre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profesori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elevi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părinți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conducerea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err="1">
                <a:latin typeface="Times New Roman" panose="02020603050405020304" charset="0"/>
                <a:ea typeface="+mn-lt"/>
                <a:cs typeface="Times New Roman" panose="02020603050405020304" charset="0"/>
              </a:rPr>
              <a:t>instituției</a:t>
            </a:r>
            <a:r>
              <a:rPr lang="en-US"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oogle Classroom Integration | Studies Week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52" y="160943"/>
            <a:ext cx="3085041" cy="2301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795" y="2582545"/>
            <a:ext cx="3592195" cy="3810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Google Classroom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Avantaje: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Gratuit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Integrat cu Google Drive, Docs, Calendar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Ușor de folosit pentru teme și comunicare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Dezavantaje: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Necesită cont Google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Personalizare limitată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Nu oferă catalog complet (note, absențe)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ClassDoj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466" y="71135"/>
            <a:ext cx="3314700" cy="2496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7583" y="2741083"/>
            <a:ext cx="3619501" cy="2999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</a:rPr>
              <a:t>ClassDojo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latin typeface="Times New Roman" panose="02020603050405020304" charset="0"/>
                <a:cs typeface="Times New Roman" panose="02020603050405020304" charset="0"/>
              </a:rPr>
              <a:t>Avantaje</a:t>
            </a:r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Interfață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atractivă</a:t>
            </a:r>
            <a:endParaRPr lang="en-US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Bun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pentru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motivare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și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comunicare</a:t>
            </a:r>
            <a:endParaRPr lang="en-US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Gratuit</a:t>
            </a:r>
            <a:endParaRPr lang="en-US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latin typeface="Times New Roman" panose="02020603050405020304" charset="0"/>
                <a:cs typeface="Times New Roman" panose="02020603050405020304" charset="0"/>
              </a:rPr>
              <a:t>Dezavantaje</a:t>
            </a:r>
            <a:r>
              <a:rPr lang="en-US" sz="1400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Nu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gestionează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note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și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absențe</a:t>
            </a:r>
            <a:endParaRPr lang="en-US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Axat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mai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mult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pe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comportament</a:t>
            </a:r>
            <a:endParaRPr lang="en-US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Adservio - Adservio added a new phot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07" y="74082"/>
            <a:ext cx="2678585" cy="23177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71417" y="2741084"/>
            <a:ext cx="3492500" cy="2999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Avantaje: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Catalog complet (note, absențe, orar)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Rapoarte și statistici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Util pentru administrare școlară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Dezavantaje: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Costisitor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Interfață mai complexă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</a:rPr>
              <a:t>Necesită implementare la nivelul școlii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-10732"/>
          <a:ext cx="12192000" cy="69378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79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Caracteristică</a:t>
                      </a:r>
                      <a:endParaRPr lang="en-US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Google Classroom</a:t>
                      </a:r>
                      <a:endParaRPr lang="en-US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ClassDojo</a:t>
                      </a:r>
                      <a:endParaRPr lang="en-US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Adservio</a:t>
                      </a:r>
                      <a:endParaRPr lang="en-US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Gestionare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teme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Evaluare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academică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Management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comportament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Comunicare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cu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părinții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Catalog digital</a:t>
                      </a:r>
                      <a:endParaRPr lang="en-US" dirty="0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  <a:tr h="796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Statistici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și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rapoarte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Limitate</a:t>
                      </a:r>
                      <a:endParaRPr lang="en-US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Simplificate</a:t>
                      </a:r>
                      <a:endParaRPr lang="en-US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Detaliate</a:t>
                      </a:r>
                      <a:endParaRPr lang="en-US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</a:tr>
              <a:tr h="1359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Orare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clase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administrare</a:t>
                      </a:r>
                      <a:r>
                        <a:rPr lang="en-US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err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școală</a:t>
                      </a:r>
                      <a:endParaRPr lang="en-US" dirty="0" err="1">
                        <a:effectLst/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❌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charset="0"/>
                        </a:rPr>
                        <a:t>✅</a:t>
                      </a:r>
                      <a:endParaRPr lang="en-US" dirty="0">
                        <a:effectLst/>
                        <a:latin typeface="Times New Roman" panose="0202060305040502030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 userDrawn="1"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36008" y="1042416"/>
            <a:ext cx="7031736" cy="53126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Caracteristici de bază de comparație: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Funcționalitate: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teme și colaborare (Classroom), comportament și comunicare cu părinții (ClassDojo), catalog și administrare completă (Adservio)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Public țintă: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profesori și elevi (Classroom), profesori, elevi, părinți (ClassDojo), școli și profesori (Adservio)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Acces și cost: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gratuit (Classroom și ClassDojo), licență instituțională (Adservio)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Usabilitate: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simplă (Classroom), prietenoasă pentru copii (ClassDojo), complexă (Adservio)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08781" y="1066306"/>
            <a:ext cx="4185490" cy="645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b="1" kern="1200">
                <a:latin typeface="Times New Roman" panose="02020603050405020304" charset="0"/>
                <a:ea typeface="+mj-ea"/>
                <a:cs typeface="Times New Roman" panose="02020603050405020304" charset="0"/>
              </a:rPr>
              <a:t>Tehnologii utilizate:</a:t>
            </a:r>
            <a:endParaRPr lang="en-US" sz="3300" b="1" kern="12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endParaRPr lang="en-US" sz="3300" b="1" kern="12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lutter - YouTub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57" y="1066306"/>
            <a:ext cx="2436384" cy="2436384"/>
          </a:xfrm>
          <a:prstGeom prst="rect">
            <a:avLst/>
          </a:prstGeom>
        </p:spPr>
      </p:pic>
      <p:pic>
        <p:nvPicPr>
          <p:cNvPr id="2" name="Picture 1" descr="Python - Wikivers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876" y="1066306"/>
            <a:ext cx="2436384" cy="2436384"/>
          </a:xfrm>
          <a:prstGeom prst="rect">
            <a:avLst/>
          </a:prstGeom>
        </p:spPr>
      </p:pic>
      <p:pic>
        <p:nvPicPr>
          <p:cNvPr id="5" name="Picture 4" descr="What Is FastAPI: The Future of Modern Web Develop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709" y="3711766"/>
            <a:ext cx="3208459" cy="1804758"/>
          </a:xfrm>
          <a:prstGeom prst="rect">
            <a:avLst/>
          </a:prstGeom>
        </p:spPr>
      </p:pic>
      <p:pic>
        <p:nvPicPr>
          <p:cNvPr id="10" name="Picture 9" descr="Flutter Secure Storage. A simple tutorial about using flutter… | by Ömer  Günaydın | Mediu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399" y="3711766"/>
            <a:ext cx="3208459" cy="1636313"/>
          </a:xfrm>
          <a:prstGeom prst="rect">
            <a:avLst/>
          </a:prstGeom>
        </p:spPr>
      </p:pic>
      <p:sp>
        <p:nvSpPr>
          <p:cNvPr id="64" name="Rectangl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08648" y="6300216"/>
            <a:ext cx="111648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JSON Web Tokens - jwt.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429" y="3559627"/>
            <a:ext cx="2100944" cy="2100944"/>
          </a:xfrm>
          <a:prstGeom prst="rect">
            <a:avLst/>
          </a:prstGeom>
        </p:spPr>
      </p:pic>
      <p:pic>
        <p:nvPicPr>
          <p:cNvPr id="7" name="Picture 6" descr="Argon2 Hash Generator, Validator &amp; Verifi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002" y="3986892"/>
            <a:ext cx="1621971" cy="1534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3050" y="967740"/>
            <a:ext cx="3951605" cy="3314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Schema de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funcționare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a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programului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Freeform: Shap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440" y="803910"/>
            <a:ext cx="6664960" cy="5259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21208" y="978408"/>
            <a:ext cx="11133909" cy="548640"/>
          </a:xfrm>
        </p:spPr>
        <p:txBody>
          <a:bodyPr/>
          <a:lstStyle/>
          <a:p>
            <a:pPr algn="ctr"/>
            <a:r>
              <a:rPr lang="en-US" altLang="zh-CN" sz="2000" err="1">
                <a:latin typeface="Times New Roman" panose="02020603050405020304"/>
                <a:cs typeface="Times New Roman" panose="02020603050405020304"/>
              </a:rPr>
              <a:t>Algoritmul</a:t>
            </a:r>
            <a:r>
              <a:rPr lang="zh-CN" alt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000" err="1">
                <a:latin typeface="Times New Roman" panose="02020603050405020304"/>
                <a:cs typeface="Times New Roman" panose="02020603050405020304"/>
              </a:rPr>
              <a:t>programului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1440180"/>
            <a:ext cx="11130280" cy="5158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 userDrawn="1"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21208" y="850692"/>
            <a:ext cx="8743252" cy="54952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normAutofit/>
          </a:bodyPr>
          <a:lstStyle/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charset="0"/>
                <a:cs typeface="Times New Roman" panose="02020603050405020304" charset="0"/>
              </a:rPr>
              <a:t>Concluzie</a:t>
            </a:r>
            <a:endParaRPr lang="en-US" dirty="0"/>
          </a:p>
          <a:p>
            <a:pPr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ptos Display"/>
              </a:rPr>
              <a:t>Aplicația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propusă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reprezintă</a:t>
            </a:r>
            <a:r>
              <a:rPr lang="en-US" dirty="0">
                <a:latin typeface="Aptos Display"/>
              </a:rPr>
              <a:t> o </a:t>
            </a:r>
            <a:r>
              <a:rPr lang="en-US" dirty="0" err="1">
                <a:latin typeface="Aptos Display"/>
              </a:rPr>
              <a:t>soluție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modernă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pentru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digitalizarea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procesului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educațional</a:t>
            </a:r>
            <a:r>
              <a:rPr lang="en-US" dirty="0">
                <a:latin typeface="Aptos Display"/>
              </a:rPr>
              <a:t>, </a:t>
            </a:r>
            <a:r>
              <a:rPr lang="en-US" dirty="0" err="1">
                <a:latin typeface="Aptos Display"/>
              </a:rPr>
              <a:t>combinând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funcționalități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esențiale</a:t>
            </a:r>
            <a:r>
              <a:rPr lang="en-US" dirty="0">
                <a:latin typeface="Aptos Display"/>
              </a:rPr>
              <a:t> precum </a:t>
            </a:r>
            <a:r>
              <a:rPr lang="en-US" dirty="0" err="1">
                <a:latin typeface="Aptos Display"/>
              </a:rPr>
              <a:t>gestionarea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notelor</a:t>
            </a:r>
            <a:r>
              <a:rPr lang="en-US" dirty="0">
                <a:latin typeface="Aptos Display"/>
              </a:rPr>
              <a:t>, </a:t>
            </a:r>
            <a:r>
              <a:rPr lang="en-US" dirty="0" err="1">
                <a:latin typeface="Aptos Display"/>
              </a:rPr>
              <a:t>absențelor</a:t>
            </a:r>
            <a:r>
              <a:rPr lang="en-US" dirty="0">
                <a:latin typeface="Aptos Display"/>
              </a:rPr>
              <a:t>, </a:t>
            </a:r>
            <a:r>
              <a:rPr lang="en-US" dirty="0" err="1">
                <a:latin typeface="Aptos Display"/>
              </a:rPr>
              <a:t>orarului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și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comunicarea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în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timp</a:t>
            </a:r>
            <a:r>
              <a:rPr lang="en-US" dirty="0">
                <a:latin typeface="Aptos Display"/>
              </a:rPr>
              <a:t> real. Prin </a:t>
            </a:r>
            <a:r>
              <a:rPr lang="en-US" dirty="0" err="1">
                <a:latin typeface="Aptos Display"/>
              </a:rPr>
              <a:t>utilizarea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tehnologiilor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moderne</a:t>
            </a:r>
            <a:r>
              <a:rPr lang="en-US" dirty="0">
                <a:latin typeface="Aptos Display"/>
              </a:rPr>
              <a:t> (</a:t>
            </a:r>
            <a:r>
              <a:rPr lang="en-US" dirty="0" err="1">
                <a:latin typeface="Aptos Display"/>
              </a:rPr>
              <a:t>FastAPI</a:t>
            </a:r>
            <a:r>
              <a:rPr lang="en-US" dirty="0">
                <a:latin typeface="Aptos Display"/>
              </a:rPr>
              <a:t>, Flutter, WebSocket, PostgreSQL), </a:t>
            </a:r>
            <a:r>
              <a:rPr lang="en-US" dirty="0" err="1">
                <a:latin typeface="Aptos Display"/>
              </a:rPr>
              <a:t>sistemul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este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sigur</a:t>
            </a:r>
            <a:r>
              <a:rPr lang="en-US" dirty="0">
                <a:latin typeface="Aptos Display"/>
              </a:rPr>
              <a:t>, rapid </a:t>
            </a:r>
            <a:r>
              <a:rPr lang="en-US" dirty="0" err="1">
                <a:latin typeface="Aptos Display"/>
              </a:rPr>
              <a:t>și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ușor</a:t>
            </a:r>
            <a:r>
              <a:rPr lang="en-US" dirty="0">
                <a:latin typeface="Aptos Display"/>
              </a:rPr>
              <a:t> de </a:t>
            </a:r>
            <a:r>
              <a:rPr lang="en-US" dirty="0" err="1">
                <a:latin typeface="Aptos Display"/>
              </a:rPr>
              <a:t>utilizat</a:t>
            </a:r>
            <a:r>
              <a:rPr lang="en-US" dirty="0">
                <a:latin typeface="Aptos Display"/>
              </a:rPr>
              <a:t>, </a:t>
            </a:r>
            <a:r>
              <a:rPr lang="en-US" dirty="0" err="1">
                <a:latin typeface="Aptos Display"/>
              </a:rPr>
              <a:t>fiind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adaptat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nevoilor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școlilor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publice</a:t>
            </a:r>
            <a:r>
              <a:rPr lang="en-US" dirty="0">
                <a:latin typeface="Aptos Display"/>
              </a:rPr>
              <a:t>. </a:t>
            </a:r>
            <a:r>
              <a:rPr lang="en-US" dirty="0" err="1">
                <a:latin typeface="Aptos Display"/>
              </a:rPr>
              <a:t>Aplicația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contribuie</a:t>
            </a:r>
            <a:r>
              <a:rPr lang="en-US" dirty="0">
                <a:latin typeface="Aptos Display"/>
              </a:rPr>
              <a:t> la </a:t>
            </a:r>
            <a:r>
              <a:rPr lang="en-US" dirty="0" err="1">
                <a:latin typeface="Aptos Display"/>
              </a:rPr>
              <a:t>îmbunătățirea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comunicării</a:t>
            </a:r>
            <a:r>
              <a:rPr lang="en-US" dirty="0">
                <a:latin typeface="Aptos Display"/>
              </a:rPr>
              <a:t>, </a:t>
            </a:r>
            <a:r>
              <a:rPr lang="en-US" dirty="0" err="1">
                <a:latin typeface="Aptos Display"/>
              </a:rPr>
              <a:t>transparenței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și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eficienței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în</a:t>
            </a:r>
            <a:r>
              <a:rPr lang="en-US" dirty="0">
                <a:latin typeface="Aptos Display"/>
              </a:rPr>
              <a:t> </a:t>
            </a:r>
            <a:r>
              <a:rPr lang="en-US" dirty="0" err="1">
                <a:latin typeface="Aptos Display"/>
              </a:rPr>
              <a:t>educație</a:t>
            </a:r>
            <a:r>
              <a:rPr lang="en-US" dirty="0">
                <a:latin typeface="Aptos Display"/>
              </a:rPr>
              <a:t>.</a:t>
            </a:r>
            <a:endParaRPr lang="en-US" dirty="0"/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7868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WPS Presentation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Bierstadt</vt:lpstr>
      <vt:lpstr>Times New Roman</vt:lpstr>
      <vt:lpstr>Arial</vt:lpstr>
      <vt:lpstr>Times New Roman</vt:lpstr>
      <vt:lpstr>Aptos Display</vt:lpstr>
      <vt:lpstr>Segoe UI</vt:lpstr>
      <vt:lpstr>Segoe Print</vt:lpstr>
      <vt:lpstr>Microsoft YaHei</vt:lpstr>
      <vt:lpstr>Arial Unicode MS</vt:lpstr>
      <vt:lpstr>Calibri</vt:lpstr>
      <vt:lpstr>Bierstadt</vt:lpstr>
      <vt:lpstr>GestaltVTI</vt:lpstr>
      <vt:lpstr>PowerPoint 演示文稿</vt:lpstr>
      <vt:lpstr>Crearea unui sistem ușor de utilizat, sigur și extensibil.</vt:lpstr>
      <vt:lpstr>PowerPoint 演示文稿</vt:lpstr>
      <vt:lpstr>PowerPoint 演示文稿</vt:lpstr>
      <vt:lpstr>PowerPoint 演示文稿</vt:lpstr>
      <vt:lpstr>Tehnologii utilizate:</vt:lpstr>
      <vt:lpstr>Schema de funcționare a programului</vt:lpstr>
      <vt:lpstr>Algoritmul programului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 Pricop</cp:lastModifiedBy>
  <cp:revision>276</cp:revision>
  <dcterms:created xsi:type="dcterms:W3CDTF">2025-11-28T14:36:00Z</dcterms:created>
  <dcterms:modified xsi:type="dcterms:W3CDTF">2026-01-23T09:57:17Z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F471E7A1E5E14B658464D84A6BCB8399_13</vt:lpwstr>
  </property>
  <property fmtid="{D5CDD505-2E9C-101B-9397-08002B2CF9AE}" pid="3" name="KSOProductBuildVer">
    <vt:lpwstr>1033-12.2.0.22549</vt:lpwstr>
  </property>
</Properties>
</file>